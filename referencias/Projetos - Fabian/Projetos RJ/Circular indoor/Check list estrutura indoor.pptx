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jDMSummD3LDxOETVYoyGHpRxCu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20F578-B203-4529-AC6D-F0A1981F7847}">
  <a:tblStyle styleId="{4420F578-B203-4529-AC6D-F0A1981F78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3"/>
          <p:cNvGraphicFramePr/>
          <p:nvPr/>
        </p:nvGraphicFramePr>
        <p:xfrm>
          <a:off x="510618" y="448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{4420F578-B203-4529-AC6D-F0A1981F7847}</a:tableStyleId>
              </a:tblPr>
              <a:tblGrid>
                <a:gridCol w="1539250"/>
                <a:gridCol w="3192675"/>
                <a:gridCol w="1249775"/>
              </a:tblGrid>
              <a:tr h="58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Check-list de Fabricação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(Estrutura Metálica para Painéis de LED)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INDOOR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Data: _28/09_/22_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20401" l="0" r="0" t="22418"/>
          <a:stretch/>
        </p:blipFill>
        <p:spPr>
          <a:xfrm>
            <a:off x="567768" y="665429"/>
            <a:ext cx="1429085" cy="3279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3"/>
          <p:cNvGraphicFramePr/>
          <p:nvPr/>
        </p:nvGraphicFramePr>
        <p:xfrm>
          <a:off x="510618" y="1237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{4420F578-B203-4529-AC6D-F0A1981F7847}</a:tableStyleId>
              </a:tblPr>
              <a:tblGrid>
                <a:gridCol w="1993900"/>
                <a:gridCol w="1993900"/>
                <a:gridCol w="1993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Responsável Técnico: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Fabian / Higor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Projeto:  Projetos circulares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pt-BR" sz="1100" u="none" cap="none" strike="noStrike">
                          <a:solidFill>
                            <a:schemeClr val="dk1"/>
                          </a:solidFill>
                        </a:rPr>
                        <a:t>Local: MOC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Responsável pela Fabricação: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Original Tek – William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Empresa: Original Tek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Local: MOC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" name="Google Shape;87;p3"/>
          <p:cNvGraphicFramePr/>
          <p:nvPr/>
        </p:nvGraphicFramePr>
        <p:xfrm>
          <a:off x="510618" y="2113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{4420F578-B203-4529-AC6D-F0A1981F7847}</a:tableStyleId>
              </a:tblPr>
              <a:tblGrid>
                <a:gridCol w="1495425"/>
                <a:gridCol w="2699300"/>
                <a:gridCol w="885825"/>
                <a:gridCol w="901150"/>
              </a:tblGrid>
              <a:tr h="41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ITENS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RECOMENDAÇÕES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CONFORME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NÃO CONFORME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Estrutura para suporte de gabinete (acabado) ou estrutura para painel personalizado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Verificar se a estrutura é para utilizar os gabinetes tradicionais ou se é algo para fixar os módulos, com medidas fora dos padrões.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Circular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/>
                        <a:t>Qual a medida do gabinete?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/>
                        <a:t>Verificar a medida do gabinete. Se é 0,96x0,96 -- 1,024 x 1,024 – 1,00x0,50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Circular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A estrutura será inteiriça ou dividida em partes? (PERSONALIZADO)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No caso de um painel personalizado, verificar se a estrutura / grade será inteira ou dividida em partes diferentes, e conferir as medidas das mesmas.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Dividido em 2 partes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quantidade de chapas para fontes e Receivers (painel indoor)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Neste caso, verificar quantas chapas serão necessárias para a fixação das fontes e receivers dos painéis indoor personalizados, e o posicionamento correto delas.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Chapas serão fixadas no pilar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As cantoneiras ou chapas de fixação dos módulos serão na vertical ou horizontal?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(PERSONALIZADO)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Verifique se essas chapas ou cantoneiras estarão na vertical ou horizontal, pois varia de acordo com o tamanho e proporção da estrutura.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9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Checar tipo de fixação (principalmente painéis em parede)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Qual a fixação será utilizada? A parede tem cintas de concreto?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Poderão ser utilizados chumbadores?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Pilastras de concreto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Conferir medidas gerais do painel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Conferir as medidas externas do painel, e sua disposição (Vertical ou horizontal)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ok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2mm a mais na altura: ok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Conferir soldas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Verificar aspectos das soldas, resistência, acabamento.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ok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4"/>
          <p:cNvGraphicFramePr/>
          <p:nvPr/>
        </p:nvGraphicFramePr>
        <p:xfrm>
          <a:off x="438150" y="406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{4420F578-B203-4529-AC6D-F0A1981F7847}</a:tableStyleId>
              </a:tblPr>
              <a:tblGrid>
                <a:gridCol w="1476375"/>
                <a:gridCol w="2667000"/>
                <a:gridCol w="904875"/>
                <a:gridCol w="933450"/>
              </a:tblGrid>
              <a:tr h="43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ITENS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chemeClr val="dk1"/>
                          </a:solidFill>
                        </a:rPr>
                        <a:t>RECOMENDAÇÕES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CONFORME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>
                          <a:solidFill>
                            <a:schemeClr val="dk1"/>
                          </a:solidFill>
                        </a:rPr>
                        <a:t>NÃO CONFORME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material utilizado condiz com o projeto?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Verificar especificações dos metais utilizados, tais como metalon, perfis, etc.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ok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Conferir Furações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Conferir diâmetro e posicionamento dos furos e se está faltando algum.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Verificar esquadro da estrutura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A estrutura está no esquadro? Está apresentando desalinhamento?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Sim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Conferir pintura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Verificar a qualidade da pintura, se apresenta desgastes, arranhões, etc.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/>
                        <a:t>ok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0000"/>
                          </a:solidFill>
                        </a:rPr>
                        <a:t>Observações</a:t>
                      </a: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: Esse check list foi feito considerando os 2 projetos circulares do RJ  . O projeto maior é com resolução P5. Não tínhamos os módulos que seriam de fato utilizados no projeto, as medidas foram coletadas considerando módulos P5 que estavam em moc. A respeito da estrutura menor, tínhamos os módulos em moc, então conseguimos testar tranquilamente na oficina de William.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dk1"/>
                          </a:solidFill>
                        </a:rPr>
                        <a:t>Ambas as estruturas apresentaram bom alinhamento, e estão em esquadro. 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9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9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2022-07-01T13:05:43Z</dcterms:created>
  <dc:creator>LED</dc:creator>
</cp:coreProperties>
</file>